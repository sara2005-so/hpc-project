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Implementation of a Hybrid HPC and Big Data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Course: Distributed Systems &amp; Parallel Computing Algorithms</a:t>
            </a:r>
          </a:p>
          <a:p>
            <a:r>
              <a:rPr sz="2000"/>
              <a:t>Environment: Ubuntu Linux</a:t>
            </a:r>
          </a:p>
          <a:p>
            <a:r>
              <a:rPr sz="2000"/>
              <a:t>Architecture: 1 Master Node + 2 Worker Nodes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Building a mini High Performance Computing cluster</a:t>
            </a:r>
          </a:p>
          <a:p>
            <a:r>
              <a:rPr sz="2000"/>
              <a:t>• Distributed processing using Master/Worker architecture</a:t>
            </a:r>
          </a:p>
          <a:p>
            <a:r>
              <a:rPr sz="2000"/>
              <a:t>• Integration of parallel computing and Big Data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HPC Cluster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Three Ubuntu virtual machines</a:t>
            </a:r>
          </a:p>
          <a:p>
            <a:r>
              <a:rPr sz="2000"/>
              <a:t>• Master node manages control tasks</a:t>
            </a:r>
          </a:p>
          <a:p>
            <a:r>
              <a:rPr sz="2000"/>
              <a:t>• Worker nodes execute distributed workloads</a:t>
            </a:r>
          </a:p>
          <a:p>
            <a:r>
              <a:rPr sz="2000"/>
              <a:t>• Static network mapping using /etc/hosts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&amp; Secure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Connectivity testing between nodes</a:t>
            </a:r>
          </a:p>
          <a:p>
            <a:r>
              <a:rPr sz="2000"/>
              <a:t>• Low latency communication</a:t>
            </a:r>
          </a:p>
          <a:p>
            <a:r>
              <a:rPr sz="2000"/>
              <a:t>• Passwordless SSH using RSA keys for remote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OpenMPI Parallel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Installed OpenMPI libraries</a:t>
            </a:r>
          </a:p>
          <a:p>
            <a:r>
              <a:rPr sz="2000"/>
              <a:t>• Defined CPU allocation using hostfile</a:t>
            </a:r>
          </a:p>
          <a:p>
            <a:r>
              <a:rPr sz="2000"/>
              <a:t>• Verified multi-node execution with MPI Hello World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Used scikit-learn digits dataset</a:t>
            </a:r>
          </a:p>
          <a:p>
            <a:r>
              <a:rPr sz="2000"/>
              <a:t>• Distributed training with mpi4py</a:t>
            </a:r>
          </a:p>
          <a:p>
            <a:r>
              <a:rPr sz="2000"/>
              <a:t>• Data splitting using scatter and result collection using gather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Bioinformatics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Parallel FASTA sequence processing</a:t>
            </a:r>
          </a:p>
          <a:p>
            <a:r>
              <a:rPr sz="2000"/>
              <a:t>• Calculated GC Content percentage</a:t>
            </a:r>
          </a:p>
          <a:p>
            <a:r>
              <a:rPr sz="2000"/>
              <a:t>• Distributed genomic sequence evaluation across 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Swarm &amp;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Converted cluster into containerized environment</a:t>
            </a:r>
          </a:p>
          <a:p>
            <a:r>
              <a:rPr sz="2000"/>
              <a:t>• Docker Swarm manages services</a:t>
            </a:r>
          </a:p>
          <a:p>
            <a:r>
              <a:rPr sz="2000"/>
              <a:t>• Apache Spark deployed for scalable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Transcriptomic expression analysis</a:t>
            </a:r>
          </a:p>
          <a:p>
            <a:r>
              <a:rPr sz="2000"/>
              <a:t>• Used VectorAssembler and Logistic Regression</a:t>
            </a:r>
          </a:p>
          <a:p>
            <a:r>
              <a:rPr sz="2000"/>
              <a:t>• Predictive model achieved 100% accuracy in test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Combined OpenMPI, Docker Swarm, and Apache Spark</a:t>
            </a:r>
          </a:p>
          <a:p>
            <a:r>
              <a:rPr sz="2000"/>
              <a:t>• Created scalable infrastructure for scientific computing and data science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